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7559675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7414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51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08486"/>
            <a:ext cx="6425724" cy="3634458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483102"/>
            <a:ext cx="5669756" cy="2520438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7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6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02603"/>
            <a:ext cx="6520220" cy="4342500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6986185"/>
            <a:ext cx="6520220" cy="2283618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779007"/>
            <a:ext cx="3212862" cy="66237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779007"/>
            <a:ext cx="3212862" cy="66237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55804"/>
            <a:ext cx="6520220" cy="201780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559104"/>
            <a:ext cx="3198096" cy="1254177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813281"/>
            <a:ext cx="3198096" cy="560876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559104"/>
            <a:ext cx="3213847" cy="1254177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813281"/>
            <a:ext cx="3213847" cy="560876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41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6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695960"/>
            <a:ext cx="2438192" cy="243586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03083"/>
            <a:ext cx="3827085" cy="7418740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131820"/>
            <a:ext cx="2438192" cy="5802084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6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695960"/>
            <a:ext cx="2438192" cy="243586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03083"/>
            <a:ext cx="3827085" cy="7418740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131820"/>
            <a:ext cx="2438192" cy="5802084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5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55801"/>
            <a:ext cx="1630055" cy="884690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55801"/>
            <a:ext cx="4795669" cy="884690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3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55804"/>
            <a:ext cx="6520220" cy="201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779007"/>
            <a:ext cx="6520220" cy="662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675780"/>
            <a:ext cx="1700927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5340D-F8CA-4D6D-BA8B-D5FACD7418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675780"/>
            <a:ext cx="2551390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675780"/>
            <a:ext cx="1700927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BFB3C-F4D6-4EA5-BF5B-E86E2F9F3D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7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F4534FF1-6658-4985-9349-27576CC50C7F}"/>
              </a:ext>
            </a:extLst>
          </p:cNvPr>
          <p:cNvSpPr txBox="1"/>
          <p:nvPr/>
        </p:nvSpPr>
        <p:spPr>
          <a:xfrm>
            <a:off x="-15081" y="1850924"/>
            <a:ext cx="7574756" cy="147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8C13E12-88F2-4D67-9F0C-A69FC99E1B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" t="32254" r="-550" b="29497"/>
          <a:stretch/>
        </p:blipFill>
        <p:spPr>
          <a:xfrm>
            <a:off x="1" y="1"/>
            <a:ext cx="7631111" cy="102869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FA2C20D-40AB-414E-9E0D-A28025EFA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63" y="1028700"/>
            <a:ext cx="7661275" cy="88880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8C39AD7-D525-416D-878D-0652EE4CC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225" y="1473100"/>
            <a:ext cx="2914650" cy="222885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8B8FADD-A36E-4ACD-88C9-093AEA8D625B}"/>
              </a:ext>
            </a:extLst>
          </p:cNvPr>
          <p:cNvSpPr txBox="1"/>
          <p:nvPr/>
        </p:nvSpPr>
        <p:spPr>
          <a:xfrm>
            <a:off x="1174750" y="2079693"/>
            <a:ext cx="322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000" dirty="0"/>
              <a:t>Assurance Tiers 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000" dirty="0"/>
              <a:t>Assurance Tiers+ 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000" dirty="0"/>
              <a:t> Assurance Tous Risques</a:t>
            </a:r>
            <a:endParaRPr lang="en-US" sz="2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5EDDD18-6F42-43DD-96D6-EA473360C3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63" y="3257548"/>
            <a:ext cx="7589838" cy="718185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6734C7D8-8764-4089-B27D-3CB7D49B1D72}"/>
              </a:ext>
            </a:extLst>
          </p:cNvPr>
          <p:cNvSpPr txBox="1"/>
          <p:nvPr/>
        </p:nvSpPr>
        <p:spPr>
          <a:xfrm>
            <a:off x="-30163" y="6334304"/>
            <a:ext cx="7519988" cy="1149451"/>
          </a:xfrm>
          <a:prstGeom prst="rect">
            <a:avLst/>
          </a:prstGeom>
          <a:solidFill>
            <a:schemeClr val="bg1">
              <a:lumMod val="95000"/>
              <a:alpha val="52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F3F3C67B-3866-45A5-A2FC-251FE1A8D0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76" y="3791153"/>
            <a:ext cx="2616200" cy="161527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20F5E73-0733-4A36-91C1-98BA5054C5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468" y="4715682"/>
            <a:ext cx="1837532" cy="1221814"/>
          </a:xfrm>
          <a:prstGeom prst="rect">
            <a:avLst/>
          </a:prstGeom>
        </p:spPr>
      </p:pic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AEB97BFD-7FD4-4D93-8183-C95B71B56355}"/>
              </a:ext>
            </a:extLst>
          </p:cNvPr>
          <p:cNvSpPr/>
          <p:nvPr/>
        </p:nvSpPr>
        <p:spPr>
          <a:xfrm>
            <a:off x="5843588" y="5979367"/>
            <a:ext cx="1447800" cy="53233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Camions 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159878B9-BD5B-4D54-8270-C1BC6B4AD746}"/>
              </a:ext>
            </a:extLst>
          </p:cNvPr>
          <p:cNvSpPr/>
          <p:nvPr/>
        </p:nvSpPr>
        <p:spPr>
          <a:xfrm>
            <a:off x="4136628" y="6056533"/>
            <a:ext cx="1447800" cy="5175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Motos</a:t>
            </a:r>
            <a:r>
              <a:rPr lang="en-US" dirty="0"/>
              <a:t> </a:t>
            </a: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A4B27280-7BBD-4B34-A136-516A0F3FA3FB}"/>
              </a:ext>
            </a:extLst>
          </p:cNvPr>
          <p:cNvSpPr/>
          <p:nvPr/>
        </p:nvSpPr>
        <p:spPr>
          <a:xfrm>
            <a:off x="2429668" y="6075445"/>
            <a:ext cx="1447800" cy="5175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Voitures </a:t>
            </a:r>
          </a:p>
        </p:txBody>
      </p:sp>
      <p:sp>
        <p:nvSpPr>
          <p:cNvPr id="23" name="Signe Moins 22">
            <a:extLst>
              <a:ext uri="{FF2B5EF4-FFF2-40B4-BE49-F238E27FC236}">
                <a16:creationId xmlns:a16="http://schemas.microsoft.com/office/drawing/2014/main" id="{54B2E7E7-B171-44A4-A69D-DB4A20060F77}"/>
              </a:ext>
            </a:extLst>
          </p:cNvPr>
          <p:cNvSpPr/>
          <p:nvPr/>
        </p:nvSpPr>
        <p:spPr>
          <a:xfrm>
            <a:off x="-433392" y="5588865"/>
            <a:ext cx="2951162" cy="1473200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igne Moins 23">
            <a:extLst>
              <a:ext uri="{FF2B5EF4-FFF2-40B4-BE49-F238E27FC236}">
                <a16:creationId xmlns:a16="http://schemas.microsoft.com/office/drawing/2014/main" id="{2F993D38-A196-4398-93C6-087462840B5F}"/>
              </a:ext>
            </a:extLst>
          </p:cNvPr>
          <p:cNvSpPr/>
          <p:nvPr/>
        </p:nvSpPr>
        <p:spPr>
          <a:xfrm>
            <a:off x="-394496" y="5326589"/>
            <a:ext cx="2754313" cy="1650656"/>
          </a:xfrm>
          <a:prstGeom prst="mathMinus">
            <a:avLst/>
          </a:prstGeom>
          <a:solidFill>
            <a:srgbClr val="F4741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Nos </a:t>
            </a:r>
            <a:r>
              <a:rPr lang="en-US" dirty="0" err="1"/>
              <a:t>Avantages</a:t>
            </a:r>
            <a:endParaRPr lang="en-US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8EE3836-8D9E-4FFD-9C41-EC69CC5B28CF}"/>
              </a:ext>
            </a:extLst>
          </p:cNvPr>
          <p:cNvSpPr/>
          <p:nvPr/>
        </p:nvSpPr>
        <p:spPr>
          <a:xfrm>
            <a:off x="441518" y="6549575"/>
            <a:ext cx="1255713" cy="768502"/>
          </a:xfrm>
          <a:prstGeom prst="ellipse">
            <a:avLst/>
          </a:prstGeom>
          <a:solidFill>
            <a:srgbClr val="F4741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24B90ED-1749-4930-B802-194300DE7497}"/>
              </a:ext>
            </a:extLst>
          </p:cNvPr>
          <p:cNvSpPr/>
          <p:nvPr/>
        </p:nvSpPr>
        <p:spPr>
          <a:xfrm>
            <a:off x="2300183" y="6584767"/>
            <a:ext cx="1255713" cy="768502"/>
          </a:xfrm>
          <a:prstGeom prst="ellipse">
            <a:avLst/>
          </a:prstGeom>
          <a:solidFill>
            <a:srgbClr val="F4741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5F51A1A6-06B0-480A-8D5C-5A4F5DA27FA8}"/>
              </a:ext>
            </a:extLst>
          </p:cNvPr>
          <p:cNvSpPr/>
          <p:nvPr/>
        </p:nvSpPr>
        <p:spPr>
          <a:xfrm>
            <a:off x="4105560" y="6532520"/>
            <a:ext cx="1255713" cy="768502"/>
          </a:xfrm>
          <a:prstGeom prst="ellipse">
            <a:avLst/>
          </a:prstGeom>
          <a:solidFill>
            <a:srgbClr val="F4741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6EFD131-1513-4A2E-80C6-018BD9920B20}"/>
              </a:ext>
            </a:extLst>
          </p:cNvPr>
          <p:cNvSpPr/>
          <p:nvPr/>
        </p:nvSpPr>
        <p:spPr>
          <a:xfrm>
            <a:off x="5948761" y="6511700"/>
            <a:ext cx="1255713" cy="768502"/>
          </a:xfrm>
          <a:prstGeom prst="ellipse">
            <a:avLst/>
          </a:prstGeom>
          <a:solidFill>
            <a:srgbClr val="F4741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14241A5-48EC-4D3A-9DCD-E28CF3048354}"/>
              </a:ext>
            </a:extLst>
          </p:cNvPr>
          <p:cNvSpPr txBox="1"/>
          <p:nvPr/>
        </p:nvSpPr>
        <p:spPr>
          <a:xfrm>
            <a:off x="-30163" y="9304190"/>
            <a:ext cx="7589838" cy="9320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B21C6A7-1956-4FA9-B8C5-B54213EFF2CC}"/>
              </a:ext>
            </a:extLst>
          </p:cNvPr>
          <p:cNvSpPr txBox="1"/>
          <p:nvPr/>
        </p:nvSpPr>
        <p:spPr>
          <a:xfrm>
            <a:off x="-30163" y="9410700"/>
            <a:ext cx="7589838" cy="104140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43CE94B-B323-4108-AB21-A404D563848A}"/>
              </a:ext>
            </a:extLst>
          </p:cNvPr>
          <p:cNvSpPr txBox="1"/>
          <p:nvPr/>
        </p:nvSpPr>
        <p:spPr>
          <a:xfrm>
            <a:off x="2928039" y="9458437"/>
            <a:ext cx="30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2025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02EE34E-FCFE-45CF-A1B0-E46DBD67E335}"/>
              </a:ext>
            </a:extLst>
          </p:cNvPr>
          <p:cNvCxnSpPr/>
          <p:nvPr/>
        </p:nvCxnSpPr>
        <p:spPr>
          <a:xfrm>
            <a:off x="2006600" y="6593022"/>
            <a:ext cx="0" cy="687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75C1ED1A-2BA3-4D19-9095-A458282AD1D7}"/>
              </a:ext>
            </a:extLst>
          </p:cNvPr>
          <p:cNvCxnSpPr/>
          <p:nvPr/>
        </p:nvCxnSpPr>
        <p:spPr>
          <a:xfrm flipH="1">
            <a:off x="3779837" y="6631161"/>
            <a:ext cx="20637" cy="700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FDA46490-D82C-49FB-8D70-33BF91230535}"/>
              </a:ext>
            </a:extLst>
          </p:cNvPr>
          <p:cNvCxnSpPr/>
          <p:nvPr/>
        </p:nvCxnSpPr>
        <p:spPr>
          <a:xfrm>
            <a:off x="5637020" y="6559452"/>
            <a:ext cx="73418" cy="849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3FE526CC-BF50-4B0C-AD5A-9598EF3CF661}"/>
              </a:ext>
            </a:extLst>
          </p:cNvPr>
          <p:cNvSpPr txBox="1"/>
          <p:nvPr/>
        </p:nvSpPr>
        <p:spPr>
          <a:xfrm>
            <a:off x="249132" y="7643731"/>
            <a:ext cx="4994381" cy="10156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  <a:alpha val="43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📞 </a:t>
            </a:r>
            <a:r>
              <a:rPr lang="en-US" sz="2000" dirty="0" err="1">
                <a:solidFill>
                  <a:schemeClr val="bg1"/>
                </a:solidFill>
              </a:rPr>
              <a:t>Téléphone</a:t>
            </a:r>
            <a:r>
              <a:rPr lang="en-US" sz="2000" dirty="0">
                <a:solidFill>
                  <a:schemeClr val="bg1"/>
                </a:solidFill>
              </a:rPr>
              <a:t> :0612345678</a:t>
            </a:r>
          </a:p>
          <a:p>
            <a:r>
              <a:rPr lang="en-US" sz="2000" dirty="0">
                <a:solidFill>
                  <a:schemeClr val="bg1"/>
                </a:solidFill>
              </a:rPr>
              <a:t> 📧 Email :cotact@assuranceauto.com</a:t>
            </a:r>
          </a:p>
          <a:p>
            <a:r>
              <a:rPr lang="en-US" sz="2000" dirty="0">
                <a:solidFill>
                  <a:schemeClr val="bg1"/>
                </a:solidFill>
              </a:rPr>
              <a:t>📍 </a:t>
            </a:r>
            <a:r>
              <a:rPr lang="en-US" sz="2000" dirty="0" err="1">
                <a:solidFill>
                  <a:schemeClr val="bg1"/>
                </a:solidFill>
              </a:rPr>
              <a:t>Adresse</a:t>
            </a:r>
            <a:r>
              <a:rPr lang="en-US" sz="2000" dirty="0">
                <a:solidFill>
                  <a:schemeClr val="bg1"/>
                </a:solidFill>
              </a:rPr>
              <a:t> :Avenue Mohammed , </a:t>
            </a:r>
            <a:r>
              <a:rPr lang="en-US" sz="2000" dirty="0" err="1">
                <a:solidFill>
                  <a:schemeClr val="bg1"/>
                </a:solidFill>
              </a:rPr>
              <a:t>ouarzate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2AF374-E611-43D6-9EAC-ECAF43EF37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056" y="6456396"/>
            <a:ext cx="888563" cy="90526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BB40ABE-BBCE-4BF6-97F7-A96D721540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577" y="6372544"/>
            <a:ext cx="1379811" cy="91499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E827336-2E92-47AD-98C6-F91A20A98D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594" y="6385965"/>
            <a:ext cx="1015007" cy="101500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8DF4828-231F-489C-AE2B-7276DA403F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43" y="6529268"/>
            <a:ext cx="731672" cy="72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409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35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AGHAZZAF</dc:creator>
  <cp:lastModifiedBy>AGHAZZAF</cp:lastModifiedBy>
  <cp:revision>19</cp:revision>
  <dcterms:created xsi:type="dcterms:W3CDTF">2025-12-30T11:43:46Z</dcterms:created>
  <dcterms:modified xsi:type="dcterms:W3CDTF">2025-12-30T17:37:30Z</dcterms:modified>
</cp:coreProperties>
</file>